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2E8F0"/>
                </a:solidFill>
              </a:defRPr>
            </a:pPr>
            <a:r>
              <a:t>Crypto Risk Analyzer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Hackathon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AI-powered risk intelligence for crypto investors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Combines quantitative finance metrics + sentiment + ML + whale activity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Built with Streamlit, Python, XGBoost, and market data APIs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2E8F0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2E8F0"/>
                </a:solidFill>
              </a:defRPr>
            </a:pPr>
            <a:r>
              <a:t>Crypto markets are highly volatile and noisy.</a:t>
            </a:r>
          </a:p>
          <a:p>
            <a:pPr>
              <a:defRPr sz="2000">
                <a:solidFill>
                  <a:srgbClr val="E2E8F0"/>
                </a:solidFill>
              </a:defRPr>
            </a:pPr>
            <a:r>
              <a:t>Retail users struggle to interpret risk across multiple coins quickly.</a:t>
            </a:r>
          </a:p>
          <a:p>
            <a:pPr>
              <a:defRPr sz="2000">
                <a:solidFill>
                  <a:srgbClr val="E2E8F0"/>
                </a:solidFill>
              </a:defRPr>
            </a:pPr>
            <a:r>
              <a:t>Most tools provide raw charts, not actionable risk context.</a:t>
            </a:r>
          </a:p>
          <a:p>
            <a:pPr>
              <a:defRPr sz="2000">
                <a:solidFill>
                  <a:srgbClr val="E2E8F0"/>
                </a:solidFill>
              </a:defRPr>
            </a:pPr>
            <a:r>
              <a:t>Need: a unified dashboard for risk scoring, explanation, and alerts.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2E8F0"/>
                </a:solidFill>
              </a:defRPr>
            </a:pPr>
            <a:r>
              <a:t>Our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972800" cy="4480560"/>
          </a:xfrm>
          <a:prstGeom prst="roundRect">
            <a:avLst/>
          </a:prstGeom>
          <a:solidFill>
            <a:srgbClr val="0D1120"/>
          </a:solidFill>
          <a:ln w="12700">
            <a:solidFill>
              <a:srgbClr val="1E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4241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Crypto Risk Analyzer provides a 0-100 risk score for each asset.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Explains WHY risk is high/low using interpretable components.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Includes advanced risk metrics (Sharpe, Sortino, Drawdown, Calmar, Beta, Correlation).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Adds ML predictions and whale transaction monitoring for forward-looking signals.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Presents all insights in a dark, professional, data-first 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2E8F0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3474720" cy="4389120"/>
          </a:xfrm>
          <a:prstGeom prst="roundRect">
            <a:avLst/>
          </a:prstGeom>
          <a:solidFill>
            <a:srgbClr val="0D1120"/>
          </a:solidFill>
          <a:ln w="12700">
            <a:solidFill>
              <a:srgbClr val="1E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Data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40280"/>
            <a:ext cx="31089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2E8F0"/>
                </a:solidFill>
              </a:defRPr>
            </a:pPr>
            <a:r>
              <a:t>CoinGecko API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Alternative.me Fear &amp; Greed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Whale Alert API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News headlines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645920"/>
            <a:ext cx="3474720" cy="4389120"/>
          </a:xfrm>
          <a:prstGeom prst="roundRect">
            <a:avLst/>
          </a:prstGeom>
          <a:solidFill>
            <a:srgbClr val="0D1120"/>
          </a:solidFill>
          <a:ln w="12700">
            <a:solidFill>
              <a:srgbClr val="1E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Analytics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240280"/>
            <a:ext cx="31089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2E8F0"/>
                </a:solidFill>
              </a:defRPr>
            </a:pPr>
            <a:r>
              <a:t>Risk Engine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Financial Metrics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XGBoost Models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SHAP Explainability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645920"/>
            <a:ext cx="3474720" cy="4389120"/>
          </a:xfrm>
          <a:prstGeom prst="roundRect">
            <a:avLst/>
          </a:prstGeom>
          <a:solidFill>
            <a:srgbClr val="0D1120"/>
          </a:solidFill>
          <a:ln w="12700">
            <a:solidFill>
              <a:srgbClr val="1E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Presentation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240280"/>
            <a:ext cx="31089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2E8F0"/>
                </a:solidFill>
              </a:defRPr>
            </a:pPr>
            <a:r>
              <a:t>Streamlit UI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Multi-tab dashboard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Risk cards &amp; charts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Whale alert feed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2E8F0"/>
                </a:solidFill>
              </a:defRPr>
            </a:pPr>
            <a: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2E8F0"/>
                </a:solidFill>
              </a:defRPr>
            </a:pPr>
            <a:r>
              <a:t>Overview: normalized performance + risk leaderboard</a:t>
            </a:r>
          </a:p>
          <a:p>
            <a:pPr>
              <a:defRPr sz="1700">
                <a:solidFill>
                  <a:srgbClr val="E2E8F0"/>
                </a:solidFill>
              </a:defRPr>
            </a:pPr>
            <a:r>
              <a:t>Coin Analysis: detailed risk card, radar, and reasons</a:t>
            </a:r>
          </a:p>
          <a:p>
            <a:pPr>
              <a:defRPr sz="1700">
                <a:solidFill>
                  <a:srgbClr val="E2E8F0"/>
                </a:solidFill>
              </a:defRPr>
            </a:pPr>
            <a:r>
              <a:t>Risk Metrics: Sharpe, Sortino, Max Drawdown, Calmar, Beta, Correlation</a:t>
            </a:r>
          </a:p>
          <a:p>
            <a:pPr>
              <a:defRPr sz="1700">
                <a:solidFill>
                  <a:srgbClr val="E2E8F0"/>
                </a:solidFill>
              </a:defRPr>
            </a:pPr>
            <a:r>
              <a:t>Price Charts: MA50/MA200, drawdown and rolling volatility</a:t>
            </a:r>
          </a:p>
          <a:p>
            <a:pPr>
              <a:defRPr sz="1700">
                <a:solidFill>
                  <a:srgbClr val="E2E8F0"/>
                </a:solidFill>
              </a:defRPr>
            </a:pPr>
            <a:r>
              <a:t>ML Predictions: rule vs ML score with confidence</a:t>
            </a:r>
          </a:p>
          <a:p>
            <a:pPr>
              <a:defRPr sz="1700">
                <a:solidFill>
                  <a:srgbClr val="E2E8F0"/>
                </a:solidFill>
              </a:defRPr>
            </a:pPr>
            <a:r>
              <a:t>Whale Alerts: large transaction signals</a:t>
            </a:r>
          </a:p>
          <a:p>
            <a:pPr>
              <a:defRPr sz="1700">
                <a:solidFill>
                  <a:srgbClr val="E2E8F0"/>
                </a:solidFill>
              </a:defRPr>
            </a:pPr>
            <a:r>
              <a:t>Fear &amp; Greed: sentiment gauge and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2E8F0"/>
                </a:solidFill>
              </a:defRPr>
            </a:pPr>
            <a:r>
              <a:t>Risk Scoring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10972800" cy="4480560"/>
          </a:xfrm>
          <a:prstGeom prst="roundRect">
            <a:avLst/>
          </a:prstGeom>
          <a:solidFill>
            <a:srgbClr val="0D1120"/>
          </a:solidFill>
          <a:ln w="12700">
            <a:solidFill>
              <a:srgbClr val="1E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4241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Composite Risk Score (0-100)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Inputs: Volatility, Sentiment, Market Trend, Volume Anomaly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Configurable weights from sidebar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Risk Bands: Low (green), Medium (yellow), High (orange), Extreme (red)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Output: score + risk badge + suggestion + reasoning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2E8F0"/>
                </a:solidFill>
              </a:defRPr>
            </a:pPr>
            <a:r>
              <a:t>Advanced Financial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Sharpe Ratio: excess return per unit volatility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Sortino Ratio: excess return per unit downside risk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Max Drawdown: worst peak-to-trough loss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Calmar Ratio: annualized return / max drawdown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Beta &amp; Correlation: dependency on benchmark (BTC)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Return Measures: holding period, annualized, arithmetic and log daily returns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2E8F0"/>
                </a:solidFill>
              </a:defRPr>
            </a:pPr>
            <a:r>
              <a:t>ML &amp; Market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303520" cy="4480560"/>
          </a:xfrm>
          <a:prstGeom prst="roundRect">
            <a:avLst/>
          </a:prstGeom>
          <a:solidFill>
            <a:srgbClr val="0D1120"/>
          </a:solidFill>
          <a:ln w="12700">
            <a:solidFill>
              <a:srgbClr val="1E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ML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47548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E2E8F0"/>
                </a:solidFill>
              </a:defRPr>
            </a:pPr>
            <a:r>
              <a:t>XGBoost regressor + classifier</a:t>
            </a:r>
          </a:p>
          <a:p>
            <a:pPr>
              <a:defRPr sz="1500">
                <a:solidFill>
                  <a:srgbClr val="E2E8F0"/>
                </a:solidFill>
              </a:defRPr>
            </a:pPr>
            <a:r>
              <a:t>Predicts score and risk class</a:t>
            </a:r>
          </a:p>
          <a:p>
            <a:pPr>
              <a:defRPr sz="1500">
                <a:solidFill>
                  <a:srgbClr val="E2E8F0"/>
                </a:solidFill>
              </a:defRPr>
            </a:pPr>
            <a:r>
              <a:t>Compares rule-based vs ML</a:t>
            </a:r>
          </a:p>
          <a:p>
            <a:pPr>
              <a:defRPr sz="1500">
                <a:solidFill>
                  <a:srgbClr val="E2E8F0"/>
                </a:solidFill>
              </a:defRPr>
            </a:pPr>
            <a:r>
              <a:t>SHAP for feature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5303520" cy="4480560"/>
          </a:xfrm>
          <a:prstGeom prst="roundRect">
            <a:avLst/>
          </a:prstGeom>
          <a:solidFill>
            <a:srgbClr val="0D1120"/>
          </a:solidFill>
          <a:ln w="12700">
            <a:solidFill>
              <a:srgbClr val="1E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Whale &amp; Sentiment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194560"/>
            <a:ext cx="47548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E2E8F0"/>
                </a:solidFill>
              </a:defRPr>
            </a:pPr>
            <a:r>
              <a:t>Tracks large on-chain transfers</a:t>
            </a:r>
          </a:p>
          <a:p>
            <a:pPr>
              <a:defRPr sz="1500">
                <a:solidFill>
                  <a:srgbClr val="E2E8F0"/>
                </a:solidFill>
              </a:defRPr>
            </a:pPr>
            <a:r>
              <a:t>Flags sell pressure / accumulation</a:t>
            </a:r>
          </a:p>
          <a:p>
            <a:pPr>
              <a:defRPr sz="1500">
                <a:solidFill>
                  <a:srgbClr val="E2E8F0"/>
                </a:solidFill>
              </a:defRPr>
            </a:pPr>
            <a:r>
              <a:t>Combines Fear &amp; Greed context</a:t>
            </a:r>
          </a:p>
          <a:p>
            <a:pPr>
              <a:defRPr sz="1500">
                <a:solidFill>
                  <a:srgbClr val="E2E8F0"/>
                </a:solidFill>
              </a:defRPr>
            </a:pPr>
            <a:r>
              <a:t>Improves short-term risk awareness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2E8F0"/>
                </a:solidFill>
              </a:defRPr>
            </a:pPr>
            <a:r>
              <a:t>Live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2E8F0"/>
                </a:solidFill>
              </a:defRPr>
            </a:pPr>
            <a:r>
              <a:t>1) Select assets and timeframe</a:t>
            </a:r>
          </a:p>
          <a:p>
            <a:pPr>
              <a:defRPr sz="2000">
                <a:solidFill>
                  <a:srgbClr val="E2E8F0"/>
                </a:solidFill>
              </a:defRPr>
            </a:pPr>
            <a:r>
              <a:t>2) Tune risk weights</a:t>
            </a:r>
          </a:p>
          <a:p>
            <a:pPr>
              <a:defRPr sz="2000">
                <a:solidFill>
                  <a:srgbClr val="E2E8F0"/>
                </a:solidFill>
              </a:defRPr>
            </a:pPr>
            <a:r>
              <a:t>3) Compare leaderboard and performance</a:t>
            </a:r>
          </a:p>
          <a:p>
            <a:pPr>
              <a:defRPr sz="2000">
                <a:solidFill>
                  <a:srgbClr val="E2E8F0"/>
                </a:solidFill>
              </a:defRPr>
            </a:pPr>
            <a:r>
              <a:t>4) Drill into one coin for explanation</a:t>
            </a:r>
          </a:p>
          <a:p>
            <a:pPr>
              <a:defRPr sz="2000">
                <a:solidFill>
                  <a:srgbClr val="E2E8F0"/>
                </a:solidFill>
              </a:defRPr>
            </a:pPr>
            <a:r>
              <a:t>5) Validate with risk metrics and ML output</a:t>
            </a:r>
          </a:p>
          <a:p>
            <a:pPr>
              <a:defRPr sz="2000">
                <a:solidFill>
                  <a:srgbClr val="E2E8F0"/>
                </a:solidFill>
              </a:defRPr>
            </a:pPr>
            <a:r>
              <a:t>6) Check whale alerts and sentiment before decision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2E8F0"/>
                </a:solidFill>
              </a:defRPr>
            </a:pPr>
            <a:r>
              <a:t>Impact and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E2E8F0"/>
                </a:solidFill>
              </a:defRPr>
            </a:pPr>
            <a:r>
              <a:t>Impact: faster, clearer, more explainable crypto risk decisions</a:t>
            </a:r>
          </a:p>
          <a:p>
            <a:pPr>
              <a:defRPr sz="1900">
                <a:solidFill>
                  <a:srgbClr val="E2E8F0"/>
                </a:solidFill>
              </a:defRPr>
            </a:pPr>
            <a:r>
              <a:t>Add portfolio-level risk and scenario stress testing</a:t>
            </a:r>
          </a:p>
          <a:p>
            <a:pPr>
              <a:defRPr sz="1900">
                <a:solidFill>
                  <a:srgbClr val="E2E8F0"/>
                </a:solidFill>
              </a:defRPr>
            </a:pPr>
            <a:r>
              <a:t>Add real-time streaming alerts and notification channels</a:t>
            </a:r>
          </a:p>
          <a:p>
            <a:pPr>
              <a:defRPr sz="1900">
                <a:solidFill>
                  <a:srgbClr val="E2E8F0"/>
                </a:solidFill>
              </a:defRPr>
            </a:pPr>
            <a:r>
              <a:t>Integrate macro signals and on-chain analytics</a:t>
            </a:r>
          </a:p>
          <a:p>
            <a:pPr>
              <a:defRPr sz="1900">
                <a:solidFill>
                  <a:srgbClr val="E2E8F0"/>
                </a:solidFill>
              </a:defRPr>
            </a:pPr>
            <a:r>
              <a:t>Deploy as hosted SaaS with user watchlists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